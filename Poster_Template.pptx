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6" r:id="rId5"/>
  </p:sldIdLst>
  <p:sldSz cx="27432000" cy="3657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0" userDrawn="1">
          <p15:clr>
            <a:srgbClr val="A4A3A4"/>
          </p15:clr>
        </p15:guide>
        <p15:guide id="2" pos="8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D6"/>
    <a:srgbClr val="237194"/>
    <a:srgbClr val="FAA32B"/>
    <a:srgbClr val="00539C"/>
    <a:srgbClr val="333D79"/>
    <a:srgbClr val="2D2926"/>
    <a:srgbClr val="ED6F63"/>
    <a:srgbClr val="003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8"/>
    <p:restoredTop sz="94664"/>
  </p:normalViewPr>
  <p:slideViewPr>
    <p:cSldViewPr snapToGrid="0" snapToObjects="1">
      <p:cViewPr>
        <p:scale>
          <a:sx n="60" d="100"/>
          <a:sy n="60" d="100"/>
        </p:scale>
        <p:origin x="360" y="144"/>
      </p:cViewPr>
      <p:guideLst>
        <p:guide orient="horz" pos="11520"/>
        <p:guide pos="86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5985936"/>
            <a:ext cx="23317200" cy="12733867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19210869"/>
            <a:ext cx="20574000" cy="8830731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0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9118611"/>
            <a:ext cx="23660100" cy="15214597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24477144"/>
            <a:ext cx="23660100" cy="8000997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/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98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9736667"/>
            <a:ext cx="116586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9736667"/>
            <a:ext cx="116586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947342"/>
            <a:ext cx="23660100" cy="7069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8966203"/>
            <a:ext cx="11605020" cy="439419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3360400"/>
            <a:ext cx="11605020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8966203"/>
            <a:ext cx="11662173" cy="439419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13360400"/>
            <a:ext cx="11662173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6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6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438400"/>
            <a:ext cx="8847534" cy="85344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5266275"/>
            <a:ext cx="13887450" cy="25992667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0972800"/>
            <a:ext cx="8847534" cy="20328469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5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438400"/>
            <a:ext cx="8847534" cy="85344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5266275"/>
            <a:ext cx="13887450" cy="25992667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0972800"/>
            <a:ext cx="8847534" cy="20328469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7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1947334"/>
            <a:ext cx="5915025" cy="309964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1947334"/>
            <a:ext cx="17402175" cy="309964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5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1947342"/>
            <a:ext cx="23660100" cy="7069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9736667"/>
            <a:ext cx="23660100" cy="23207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33900542"/>
            <a:ext cx="61722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33900542"/>
            <a:ext cx="92583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33900542"/>
            <a:ext cx="61722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285750" y="164593"/>
            <a:ext cx="26860500" cy="2633996"/>
          </a:xfrm>
          <a:prstGeom prst="roundRect">
            <a:avLst/>
          </a:prstGeom>
          <a:solidFill>
            <a:srgbClr val="237194"/>
          </a:solidFill>
        </p:spPr>
        <p:txBody>
          <a:bodyPr wrap="square" lIns="0" tIns="0" rIns="0" bIns="0" rtlCol="0"/>
          <a:lstStyle/>
          <a:p>
            <a:endParaRPr sz="3016">
              <a:latin typeface="LM Roman 10" pitchFamily="2" charset="77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558512" y="1185991"/>
            <a:ext cx="26314975" cy="843462"/>
          </a:xfrm>
          <a:prstGeom prst="rect">
            <a:avLst/>
          </a:prstGeom>
        </p:spPr>
        <p:txBody>
          <a:bodyPr vert="horz" wrap="square" lIns="0" tIns="12345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994">
              <a:spcBef>
                <a:spcPts val="98"/>
              </a:spcBef>
              <a:tabLst>
                <a:tab pos="2870481" algn="l"/>
              </a:tabLst>
            </a:pPr>
            <a:r>
              <a:rPr lang="en-US" sz="6000" dirty="0">
                <a:solidFill>
                  <a:schemeClr val="bg1"/>
                </a:solidFill>
                <a:latin typeface="LM Roman 10" pitchFamily="2" charset="77"/>
              </a:rPr>
              <a:t>Your Title</a:t>
            </a: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0" y="2083945"/>
            <a:ext cx="27432000" cy="555667"/>
          </a:xfrm>
          <a:prstGeom prst="rect">
            <a:avLst/>
          </a:prstGeom>
        </p:spPr>
        <p:txBody>
          <a:bodyPr vert="horz" wrap="square" lIns="0" tIns="16893" rIns="0" bIns="0" rtlCol="0">
            <a:spAutoFit/>
          </a:bodyPr>
          <a:lstStyle/>
          <a:p>
            <a:pPr marL="12994" algn="ctr">
              <a:spcBef>
                <a:spcPts val="133"/>
              </a:spcBef>
            </a:pPr>
            <a:r>
              <a:rPr lang="en-US" sz="3500" spc="10" dirty="0">
                <a:solidFill>
                  <a:srgbClr val="FFFFFF"/>
                </a:solidFill>
                <a:latin typeface="LM Roman 10" pitchFamily="2" charset="77"/>
                <a:cs typeface="Arial"/>
              </a:rPr>
              <a:t>Your Name</a:t>
            </a:r>
            <a:endParaRPr sz="3500" dirty="0">
              <a:latin typeface="LM Roman 10" pitchFamily="2" charset="77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F5499B-B9D2-4E4F-907B-C0C3C36E7170}"/>
              </a:ext>
            </a:extLst>
          </p:cNvPr>
          <p:cNvSpPr/>
          <p:nvPr/>
        </p:nvSpPr>
        <p:spPr>
          <a:xfrm>
            <a:off x="415638" y="2992663"/>
            <a:ext cx="8001000" cy="330531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4F5FD7-48B7-4BBC-BDD7-383670B35ED1}"/>
              </a:ext>
            </a:extLst>
          </p:cNvPr>
          <p:cNvSpPr/>
          <p:nvPr/>
        </p:nvSpPr>
        <p:spPr>
          <a:xfrm>
            <a:off x="8858250" y="2992662"/>
            <a:ext cx="9715500" cy="14154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4E6EBB-C186-4CCF-A2F1-EC9C16C8FA27}"/>
              </a:ext>
            </a:extLst>
          </p:cNvPr>
          <p:cNvSpPr/>
          <p:nvPr/>
        </p:nvSpPr>
        <p:spPr>
          <a:xfrm>
            <a:off x="19015363" y="2992663"/>
            <a:ext cx="8001000" cy="14154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AE4B3-05D1-466A-B2B8-F0CAE9A2C679}"/>
              </a:ext>
            </a:extLst>
          </p:cNvPr>
          <p:cNvSpPr txBox="1"/>
          <p:nvPr/>
        </p:nvSpPr>
        <p:spPr>
          <a:xfrm>
            <a:off x="558513" y="3176500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Research Question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0B7D73-B82E-43F5-B769-817F6259F094}"/>
              </a:ext>
            </a:extLst>
          </p:cNvPr>
          <p:cNvSpPr txBox="1"/>
          <p:nvPr/>
        </p:nvSpPr>
        <p:spPr>
          <a:xfrm>
            <a:off x="558513" y="7499665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Introduction and Literature Review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39FBB9-B1AC-4C43-8A11-807B422E100A}"/>
              </a:ext>
            </a:extLst>
          </p:cNvPr>
          <p:cNvSpPr txBox="1"/>
          <p:nvPr/>
        </p:nvSpPr>
        <p:spPr>
          <a:xfrm>
            <a:off x="19158238" y="3176500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Discussion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AFA677-9F4D-45EE-8117-7EB3A7F858FC}"/>
              </a:ext>
            </a:extLst>
          </p:cNvPr>
          <p:cNvSpPr txBox="1"/>
          <p:nvPr/>
        </p:nvSpPr>
        <p:spPr>
          <a:xfrm>
            <a:off x="19158238" y="10792563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Conclusion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5A67FF-5E76-4EBE-BDC9-A5ADE0F423AF}"/>
              </a:ext>
            </a:extLst>
          </p:cNvPr>
          <p:cNvSpPr txBox="1"/>
          <p:nvPr/>
        </p:nvSpPr>
        <p:spPr>
          <a:xfrm>
            <a:off x="9001125" y="3176500"/>
            <a:ext cx="94297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Methods and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CEECD-B848-4C37-9C08-A7D4D34FEACE}"/>
              </a:ext>
            </a:extLst>
          </p:cNvPr>
          <p:cNvSpPr txBox="1"/>
          <p:nvPr/>
        </p:nvSpPr>
        <p:spPr>
          <a:xfrm>
            <a:off x="558513" y="3935755"/>
            <a:ext cx="77152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latin typeface="LM Roman 10" pitchFamily="2" charset="77"/>
              </a:rPr>
              <a:t>Your research question goes here.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6BA8E8-D4AD-4EEC-9680-340589449C5B}"/>
              </a:ext>
            </a:extLst>
          </p:cNvPr>
          <p:cNvSpPr txBox="1"/>
          <p:nvPr/>
        </p:nvSpPr>
        <p:spPr>
          <a:xfrm>
            <a:off x="558513" y="8113730"/>
            <a:ext cx="77152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Your introduction and literature review go here.</a:t>
            </a:r>
            <a:endParaRPr lang="en-US" sz="3000" dirty="0">
              <a:latin typeface="LM Roman 10" pitchFamily="2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726832-80F6-4BC6-97FA-815EBBBA0DDE}"/>
              </a:ext>
            </a:extLst>
          </p:cNvPr>
          <p:cNvSpPr txBox="1"/>
          <p:nvPr/>
        </p:nvSpPr>
        <p:spPr>
          <a:xfrm>
            <a:off x="19158235" y="4020835"/>
            <a:ext cx="77152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latin typeface="LM Roman 10" pitchFamily="2" charset="77"/>
              </a:rPr>
              <a:t>Your brief discussion of your findings go here.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32A660-A2C5-DD94-DF32-74A71EA18960}"/>
              </a:ext>
            </a:extLst>
          </p:cNvPr>
          <p:cNvSpPr txBox="1"/>
          <p:nvPr/>
        </p:nvSpPr>
        <p:spPr>
          <a:xfrm>
            <a:off x="610101" y="17661250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Theoretical Expectations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96715-E0F5-79B2-27B1-710274F55619}"/>
              </a:ext>
            </a:extLst>
          </p:cNvPr>
          <p:cNvSpPr txBox="1"/>
          <p:nvPr/>
        </p:nvSpPr>
        <p:spPr>
          <a:xfrm>
            <a:off x="610101" y="18517813"/>
            <a:ext cx="7715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0" i="0" dirty="0">
                <a:solidFill>
                  <a:srgbClr val="0D0D0D"/>
                </a:solidFill>
                <a:effectLst/>
                <a:latin typeface="LM Roman 10" pitchFamily="2" charset="77"/>
              </a:rPr>
              <a:t>Your theory and hypothesis go here.</a:t>
            </a:r>
          </a:p>
          <a:p>
            <a:pPr algn="just"/>
            <a:endParaRPr lang="en-US" sz="3000" dirty="0">
              <a:solidFill>
                <a:srgbClr val="0D0D0D"/>
              </a:solidFill>
              <a:latin typeface="LM Roman 1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BC617-B8E6-7B6C-ADF5-44AF6A5CB495}"/>
              </a:ext>
            </a:extLst>
          </p:cNvPr>
          <p:cNvSpPr txBox="1"/>
          <p:nvPr/>
        </p:nvSpPr>
        <p:spPr>
          <a:xfrm>
            <a:off x="9001125" y="3924467"/>
            <a:ext cx="9429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Your methods and data descriptions go here.</a:t>
            </a:r>
            <a:endParaRPr lang="en-US" sz="3000" dirty="0">
              <a:effectLst/>
              <a:latin typeface="LM Roman 10" pitchFamily="2" charset="77"/>
              <a:ea typeface="Calibri" panose="020F0502020204030204" pitchFamily="34" charset="0"/>
            </a:endParaRPr>
          </a:p>
          <a:p>
            <a:pPr algn="just"/>
            <a:endParaRPr lang="en-US" sz="3000" dirty="0">
              <a:latin typeface="LM Roman 10" pitchFamily="2" charset="77"/>
              <a:ea typeface="Calibri" panose="020F0502020204030204" pitchFamily="34" charset="0"/>
            </a:endParaRPr>
          </a:p>
          <a:p>
            <a:pPr algn="just"/>
            <a:endParaRPr lang="en-US" sz="3000" dirty="0">
              <a:latin typeface="LM Roman 10" pitchFamily="2" charset="77"/>
              <a:ea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ABB374-E4F9-9B15-4661-A379BA807F2F}"/>
              </a:ext>
            </a:extLst>
          </p:cNvPr>
          <p:cNvSpPr/>
          <p:nvPr/>
        </p:nvSpPr>
        <p:spPr>
          <a:xfrm>
            <a:off x="8858250" y="17457685"/>
            <a:ext cx="18158112" cy="145648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EF9596-3F80-D13F-B194-E447F183B98F}"/>
              </a:ext>
            </a:extLst>
          </p:cNvPr>
          <p:cNvSpPr/>
          <p:nvPr/>
        </p:nvSpPr>
        <p:spPr>
          <a:xfrm>
            <a:off x="8858250" y="32283233"/>
            <a:ext cx="18158112" cy="3762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924F0B-E8C1-3D23-A3AC-C6EF2BAFF33B}"/>
              </a:ext>
            </a:extLst>
          </p:cNvPr>
          <p:cNvSpPr txBox="1"/>
          <p:nvPr/>
        </p:nvSpPr>
        <p:spPr>
          <a:xfrm>
            <a:off x="9001125" y="17657058"/>
            <a:ext cx="17820774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9953C2-1E8B-6D70-A65C-BB35B09E32F4}"/>
              </a:ext>
            </a:extLst>
          </p:cNvPr>
          <p:cNvSpPr txBox="1"/>
          <p:nvPr/>
        </p:nvSpPr>
        <p:spPr>
          <a:xfrm>
            <a:off x="9001125" y="32400258"/>
            <a:ext cx="17820774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C2389-1F44-2C19-8A41-2411A08D7290}"/>
              </a:ext>
            </a:extLst>
          </p:cNvPr>
          <p:cNvSpPr txBox="1"/>
          <p:nvPr/>
        </p:nvSpPr>
        <p:spPr>
          <a:xfrm>
            <a:off x="19158235" y="11449296"/>
            <a:ext cx="77152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latin typeface="LM Roman 10" pitchFamily="2" charset="77"/>
              </a:rPr>
              <a:t>Your conclusion goes here.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75412A-74DA-52B9-7D23-113D2CBEEEB1}"/>
              </a:ext>
            </a:extLst>
          </p:cNvPr>
          <p:cNvSpPr txBox="1"/>
          <p:nvPr/>
        </p:nvSpPr>
        <p:spPr>
          <a:xfrm>
            <a:off x="9018669" y="18517813"/>
            <a:ext cx="178032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LM Roman 10" pitchFamily="2" charset="77"/>
              </a:rPr>
              <a:t>Your regression table and interpretation of your results go here.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51B012-1042-5D5D-E5AB-96BA5385D009}"/>
              </a:ext>
            </a:extLst>
          </p:cNvPr>
          <p:cNvSpPr txBox="1"/>
          <p:nvPr/>
        </p:nvSpPr>
        <p:spPr>
          <a:xfrm>
            <a:off x="11224814" y="29955038"/>
            <a:ext cx="2839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effectLst/>
                <a:latin typeface="LM Roman 10" pitchFamily="2" charset="77"/>
                <a:ea typeface="Calibri" panose="020F0502020204030204" pitchFamily="34" charset="0"/>
              </a:rPr>
              <a:t>Denial by the </a:t>
            </a:r>
          </a:p>
          <a:p>
            <a:pPr algn="ctr"/>
            <a:r>
              <a:rPr lang="en-US" sz="3000" dirty="0">
                <a:solidFill>
                  <a:schemeClr val="bg1"/>
                </a:solidFill>
                <a:effectLst/>
                <a:latin typeface="LM Roman 10" pitchFamily="2" charset="77"/>
                <a:ea typeface="Calibri" panose="020F0502020204030204" pitchFamily="34" charset="0"/>
              </a:rPr>
              <a:t>group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C3430B-939D-B24C-9056-CB997E3EDD77}"/>
              </a:ext>
            </a:extLst>
          </p:cNvPr>
          <p:cNvSpPr txBox="1"/>
          <p:nvPr/>
        </p:nvSpPr>
        <p:spPr>
          <a:xfrm>
            <a:off x="21613393" y="29955037"/>
            <a:ext cx="2839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effectLst/>
                <a:latin typeface="LM Roman 10" pitchFamily="2" charset="77"/>
                <a:ea typeface="Calibri" panose="020F0502020204030204" pitchFamily="34" charset="0"/>
              </a:rPr>
              <a:t>Credibility of Government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A957F6-E65B-1D79-D274-909C00466BEB}"/>
              </a:ext>
            </a:extLst>
          </p:cNvPr>
          <p:cNvSpPr txBox="1"/>
          <p:nvPr/>
        </p:nvSpPr>
        <p:spPr>
          <a:xfrm>
            <a:off x="9018670" y="33129171"/>
            <a:ext cx="17803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LM Roman 10" pitchFamily="2" charset="77"/>
              </a:rPr>
              <a:t>Your references go here.</a:t>
            </a:r>
          </a:p>
        </p:txBody>
      </p:sp>
    </p:spTree>
    <p:extLst>
      <p:ext uri="{BB962C8B-B14F-4D97-AF65-F5344CB8AC3E}">
        <p14:creationId xmlns:p14="http://schemas.microsoft.com/office/powerpoint/2010/main" val="3611642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09E12B7BCA99499DA62BC712993F52" ma:contentTypeVersion="13" ma:contentTypeDescription="Create a new document." ma:contentTypeScope="" ma:versionID="198aa7336eb18b2b9370147a1e15f00d">
  <xsd:schema xmlns:xsd="http://www.w3.org/2001/XMLSchema" xmlns:xs="http://www.w3.org/2001/XMLSchema" xmlns:p="http://schemas.microsoft.com/office/2006/metadata/properties" xmlns:ns3="f7eeb86a-fe34-468f-afee-5ad9912fbb62" xmlns:ns4="30d93464-d86e-4d9e-a8c9-7d441dfb1337" targetNamespace="http://schemas.microsoft.com/office/2006/metadata/properties" ma:root="true" ma:fieldsID="0ba6d180961ecf7d9465f6c2b8005ac4" ns3:_="" ns4:_="">
    <xsd:import namespace="f7eeb86a-fe34-468f-afee-5ad9912fbb62"/>
    <xsd:import namespace="30d93464-d86e-4d9e-a8c9-7d441dfb13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eb86a-fe34-468f-afee-5ad9912fb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93464-d86e-4d9e-a8c9-7d441dfb133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4C5523-15FE-4D87-AC5C-CCAB0DBE42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B89F39-2A2F-4FA9-AD8B-4E3CC614CE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eeb86a-fe34-468f-afee-5ad9912fbb62"/>
    <ds:schemaRef ds:uri="30d93464-d86e-4d9e-a8c9-7d441dfb13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0DC79A-E327-4589-9F69-F9A5D7A0ADE4}">
  <ds:schemaRefs>
    <ds:schemaRef ds:uri="f7eeb86a-fe34-468f-afee-5ad9912fbb62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30d93464-d86e-4d9e-a8c9-7d441dfb1337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920</TotalTime>
  <Words>85</Words>
  <Application>Microsoft Macintosh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LM Roman 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Onder, Ilayda</cp:lastModifiedBy>
  <cp:revision>20</cp:revision>
  <dcterms:created xsi:type="dcterms:W3CDTF">2019-03-04T22:30:53Z</dcterms:created>
  <dcterms:modified xsi:type="dcterms:W3CDTF">2024-11-19T21:14:13Z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0x0101001009E12B7BCA99499DA62BC712993F52</vt:lpwstr>
  </property>
</Properties>
</file>